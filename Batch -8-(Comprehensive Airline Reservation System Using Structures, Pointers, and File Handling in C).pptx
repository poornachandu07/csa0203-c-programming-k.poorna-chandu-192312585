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7" r:id="rId8"/>
    <p:sldId id="270" r:id="rId9"/>
    <p:sldId id="268" r:id="rId10"/>
    <p:sldId id="271" r:id="rId11"/>
    <p:sldId id="269" r:id="rId12"/>
    <p:sldId id="272" r:id="rId13"/>
    <p:sldId id="265" r:id="rId14"/>
    <p:sldId id="263" r:id="rId15"/>
    <p:sldId id="264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D5B20B-1BF2-4943-ACE2-885CFEC9A8C2}" v="24" dt="2026-07-28T07:57:40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1253" y="-35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E2BEBF-C0D1-35A6-8370-39C1137E1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571A102-D476-81D4-F69C-4ACE94EF8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C175D54-DBCF-5310-AB69-4C25BBF0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AD814DA-1475-6BB8-132B-619F3F95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34B3C2D-EDB8-5EAB-20DB-B1337BB0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08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6718A6-7750-1812-ED5F-A516ACC1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B98D535-9534-430A-A14A-FD4FC1E68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E0F7D65-31D9-7D76-02E8-6679D5A6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3DA3676-B811-1309-C814-A7CACC9B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47AC32E-D2A1-908C-0EB1-023F6E69F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33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367A804-CF1F-7426-312E-5F318A4C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24C1823-B576-02B6-0580-8EA00F6F6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0BD25A6-EDD6-084C-50BA-26394909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38BBBA-7FA4-2DE8-E616-080FE6792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E5D5404-C5E0-721A-1BCF-555F9F113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65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569267-F116-E85B-21B7-0E822597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7DD986-439B-8A71-91DD-C5E932CD0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A4F83E1-EB0C-42FD-1885-25DE9C87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D34ABDC-5A6D-F311-82F9-592159D4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54BAC32-170C-74E8-CA20-FAC509C6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2882EA2-A8E9-8AF2-4F2F-F7393456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3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63968F-668D-71FE-263B-D173A870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3778789-1CF8-E1AA-1D65-FAB0DE2B0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86B22AE-0A32-E852-1A67-46057A406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053E34B1-B8D9-226A-CFB9-C6C796DF2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6A808D5-086E-469C-FA02-8631020FB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52B5398-775B-6092-B620-A38307EF7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12432B2-B3CB-F4EE-466A-34FF6E17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E67CA5C-C15E-0AB3-9B4F-C181DBA3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48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38E43A-C4C1-ADA8-667C-D3FC1C97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57EC74A-FC89-691C-D0CF-F5FF3910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E5AA5C9-80E7-8347-7ECC-D9CA2200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F37115D-63BC-D02B-1AA5-F60A3413B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67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9613BA7-743C-BEEC-BF6B-138F9B659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85A5227-9AA4-9410-DF31-1FB630E3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D15005A-524C-2399-A2D7-43CE240A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14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3D5502-3725-D29B-76D0-324803AC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E82FC07-776F-2B57-510F-60064619E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AFC62BB-739E-4385-0793-5259273FD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6CDC243-E46A-5680-FD88-8EDB9E9E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350B6A9-42A1-0B66-7CDC-8E67BF4C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7791D4B-1598-977A-4819-0ECFFFE7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1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D007C3-9E42-F9D2-3876-30C1061B1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188F534-354B-B612-16A5-BF4BA28CA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AA52B13-1B5C-9841-8383-71630B2C7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8D98DDA-3C1D-2191-59D1-149BEA7B5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C0C3C64-E26C-7CE8-CCE6-DD7C351F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DA922E6-BEE2-91F9-1E85-ECD09871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05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35BC54-E707-2BA7-D501-DF8FD73C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26C61A5-0A2B-BB0E-EA46-692C376D4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030BF92-4F82-8080-9E57-9123595FA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701E77A-3EA2-B946-A1A4-18B216320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E59CAC-E3C0-2077-81EB-9F3CB59C8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16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564DE1B-B8FA-3933-DB6A-316D7DAE3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D942BD6-3D6B-1DAF-2FD6-D108EA503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F0B4EA-D5F1-F073-2ACD-CD5ACD28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401FED-1FF6-340C-A4E3-1AD073B8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680725F-6B61-1980-E5CA-ABF8EB89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8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177E05E-8676-2A06-5724-367FBE44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958FD6C-D2E5-ED9A-240E-28451C388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55AFCB-932A-2A64-F11A-AE59C310BC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CEFF5-157F-4C6E-96DB-AD380AD4276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056458A-5221-AB05-4E25-BCA9EB3E7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582AD7-7CA0-78EF-4FC0-2CE425C91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D56CF-5C2E-4BA5-A45F-083F2C46C4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082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D21CAD-1543-D058-EA2E-30244ABC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4" y="566058"/>
            <a:ext cx="8795657" cy="1603375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SIMATS ENGINEERING </a:t>
            </a:r>
            <a:b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Saveetha Institute of Medical and Technical Sciences</a:t>
            </a:r>
            <a:r>
              <a:rPr lang="en-IN" sz="31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br>
              <a:rPr lang="en-IN" sz="3100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31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Chennai-602105</a:t>
            </a: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/>
            </a:r>
            <a:b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46DFEB1-D2D9-3171-223F-2200B9796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742" y="3636282"/>
            <a:ext cx="4691743" cy="570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CSA0203 – C Programming</a:t>
            </a:r>
            <a:endParaRPr lang="en-IN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F4BF259-AC00-FF8A-B953-4E8D03C7CB9D}"/>
              </a:ext>
            </a:extLst>
          </p:cNvPr>
          <p:cNvSpPr txBox="1"/>
          <p:nvPr/>
        </p:nvSpPr>
        <p:spPr>
          <a:xfrm>
            <a:off x="309564" y="2389650"/>
            <a:ext cx="11572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Airline Reservation System Using Structures, Pointers, and File Handling in C 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374CD8E-0EC3-1785-22E9-E4224C9D24F2}"/>
              </a:ext>
            </a:extLst>
          </p:cNvPr>
          <p:cNvSpPr txBox="1"/>
          <p:nvPr/>
        </p:nvSpPr>
        <p:spPr>
          <a:xfrm>
            <a:off x="309563" y="4644240"/>
            <a:ext cx="31749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Guided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by: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S.K. Saravanan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CC16D06-60AB-7261-DFC5-524D06EED129}"/>
              </a:ext>
            </a:extLst>
          </p:cNvPr>
          <p:cNvSpPr txBox="1"/>
          <p:nvPr/>
        </p:nvSpPr>
        <p:spPr>
          <a:xfrm>
            <a:off x="6131876" y="4600361"/>
            <a:ext cx="5750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r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Teja Abhishek Reddy A (192312497)</a:t>
            </a:r>
          </a:p>
          <a:p>
            <a:pPr algn="r"/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Hemanth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Reddy M (192312534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r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Poorna Chandu K (192312585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98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3F02D69-C606-5766-D806-43EA60AED722}"/>
              </a:ext>
            </a:extLst>
          </p:cNvPr>
          <p:cNvSpPr txBox="1"/>
          <p:nvPr/>
        </p:nvSpPr>
        <p:spPr>
          <a:xfrm>
            <a:off x="538480" y="2193226"/>
            <a:ext cx="10962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reservation systems are used to manage flight bookings efficiently.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ticket booking is time-consuming and prone to errors.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computerized reservation system stores passenger, flight, and booking information securely.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 for efficient data management.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quick booking, cancellation, and record retrieval.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38A7ED7-591F-BB60-7439-7D12B50A9637}"/>
              </a:ext>
            </a:extLst>
          </p:cNvPr>
          <p:cNvSpPr txBox="1"/>
          <p:nvPr/>
        </p:nvSpPr>
        <p:spPr>
          <a:xfrm>
            <a:off x="1828798" y="707569"/>
            <a:ext cx="8534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84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FA4194-7976-E25F-8BCE-F0CD01AB9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9" y="621256"/>
            <a:ext cx="8534404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30643A9-6033-B8FF-2353-CB28F40B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40" y="2030065"/>
            <a:ext cx="11296961" cy="4351338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reservation systems require more time and effort.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passenger and flight records manually leads to errors.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available flights is difficult.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bookings and cancellations manually is inefficient.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storage of reservation records is challenging.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2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B27663-6CA8-D051-970F-4F2B217F7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84720"/>
            <a:ext cx="8534404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FCF2CE8-AF7F-1700-813A-0DCD1936B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7" y="2089776"/>
            <a:ext cx="10933822" cy="43139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Airline Reservation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using the C programming language.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automates airline ticket booking, cancellation, passenger management, and flight information management.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are used to organize passenger and flight records, pointers enable efficient memory access, and file handling provides permanent data storage.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work, improves booking accuracy, and allows fast retrieval of reservation details.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7023" y="339793"/>
            <a:ext cx="1519234" cy="1477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7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EF90D4-0B00-532E-8E72-CF259F21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491558"/>
            <a:ext cx="8534404" cy="1325563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EXISTING </a:t>
            </a:r>
            <a:r>
              <a:rPr lang="en-IN" sz="3200" b="1" dirty="0" smtClean="0">
                <a:solidFill>
                  <a:schemeClr val="tx1"/>
                </a:solidFill>
                <a:latin typeface="Times New Roman" pitchFamily="18" charset="0"/>
                <a:cs typeface="Times New Roman" panose="02020603050405020304" pitchFamily="18" charset="0"/>
              </a:rPr>
              <a:t>METHOD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998A3A3-9036-C732-3D24-1DD3B62A4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20" y="1945366"/>
            <a:ext cx="1082039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reservations are maintained manually or using basic spreadsheets.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 information is stored on paper records.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cancellation require manual updates.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Flight availability is checked manually.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possibility of duplicate bookings and data loss.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9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C666D53-11DF-4009-D72D-6605B84EE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7" y="239485"/>
            <a:ext cx="8534405" cy="195625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PROPOSED SYSTEM</a:t>
            </a: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AUTOMATED AIRLINE RESERVATION SYSTEM</a:t>
            </a:r>
            <a:endParaRPr lang="en-IN" sz="27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9080F8-0650-99A8-A470-73189FA1F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2204720"/>
            <a:ext cx="10444480" cy="41757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storage of passenger and flight information.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 and cancellation using C programming.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storage using file handling.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management using pointers.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organization using structures.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search, update, and report generation.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2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5BE4649-E42B-E5B1-6143-4D5FDC0E11E9}"/>
              </a:ext>
            </a:extLst>
          </p:cNvPr>
          <p:cNvSpPr txBox="1"/>
          <p:nvPr/>
        </p:nvSpPr>
        <p:spPr>
          <a:xfrm>
            <a:off x="568959" y="1098777"/>
            <a:ext cx="11084559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Flight Scheduling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Key Functionalities &amp; Implementation: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Create and maintain flight records using structures in C.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structure variables to organize related flight data.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pointers to structures to efficiently access, update, and manage flight schedules.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Add new flight details to the system.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Display all available flights.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Search for a specific flight using its flight number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42950" lvl="1" indent="-285750" algn="just">
              <a:buFont typeface="Courier New" pitchFamily="49" charset="0"/>
              <a:buChar char="o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Managed: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Flight Number: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Unique flight identifier (e.g., AI-101)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Source: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Departure airport/city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Destination: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Arrival airport/city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Date: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Date of departure (DD/MM/YYYY)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Departure Time: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Scheduled departure time (HH:MM)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Total Seats: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Maximum passenger capacity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Available Seats: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Remaining seats available for booking</a:t>
            </a:r>
          </a:p>
          <a:p>
            <a:pPr marL="742950" lvl="1" indent="-285750" algn="just">
              <a:buFont typeface="Courier New" pitchFamily="49" charset="0"/>
              <a:buChar char="o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Ticket Fare: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Base cost per seat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261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67" y="1863524"/>
            <a:ext cx="10962640" cy="49846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33998" y="566410"/>
            <a:ext cx="849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1: </a:t>
            </a:r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orking model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624" y="109088"/>
            <a:ext cx="15144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23" y="109088"/>
            <a:ext cx="151447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093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79B7486-4666-7672-8A12-011EA5949809}"/>
              </a:ext>
            </a:extLst>
          </p:cNvPr>
          <p:cNvSpPr txBox="1"/>
          <p:nvPr/>
        </p:nvSpPr>
        <p:spPr>
          <a:xfrm>
            <a:off x="629920" y="843280"/>
            <a:ext cx="1083056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Module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2: Booking System &amp; Ticket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Generation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Functionalities &amp; Implementation: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Validate passenger seat availability before confirming reservations.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represent passenger profiles and generated tickets.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pointers to structures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dynamically assign seats and update flight availability in real time.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Generate a unique PNR (Passenger Name Record) or Booking Reference ID for each transaction.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Calculate total ticket cost based on base fare, seat class, or applicable taxes.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Format and generate printable digital flight tickets with complete travel details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Data Managed: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Booking Reference / PNR: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Unique identifier for the reservation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Passenger Name: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Full name of the traveler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Passenger Age &amp; Gender: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Basic demographic details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Flight Number: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Associated scheduled flight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Seat Number: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Assigned seat location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Class Type: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Economy, Premium Economy, or Business class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Total Fare Paid: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Final calculated price including charges</a:t>
            </a:r>
          </a:p>
          <a:p>
            <a:pPr marL="742950" lvl="1" indent="-285750" algn="just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Booking Status: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Confirmed, Waiting, 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Cancelled.</a:t>
            </a:r>
            <a:endParaRPr lang="en-US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5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759966"/>
            <a:ext cx="10922000" cy="49707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68723" y="556250"/>
            <a:ext cx="82888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2: Working model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621" y="159766"/>
            <a:ext cx="15144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47" y="79672"/>
            <a:ext cx="151447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849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9697700-2552-84C1-0C1D-9409D298C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8898B6-B75C-3B88-8529-357A619C0E85}"/>
              </a:ext>
            </a:extLst>
          </p:cNvPr>
          <p:cNvSpPr txBox="1"/>
          <p:nvPr/>
        </p:nvSpPr>
        <p:spPr>
          <a:xfrm>
            <a:off x="265470" y="423730"/>
            <a:ext cx="11661057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Module 3: Passenger Records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Functionalities &amp; Implementation: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Store and organize passenger histories using structures in C.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Use pointers to structures to query, update, and modify passenger information efficiently.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 file handling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fopen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fwrite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fread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fseek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to ensure permanent storage and retrieval of passenger databases across sessions.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Search for passenger details using unique identifiers like PNR, Passport/ID number, or Full Name.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Display a complete manifest (passenger list) for any specific flight number.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Handle ticket cancellations by modifying passenger records and automatically incrementing available seat counts in the flight scheduler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Data Managed: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PNR / Booking ID: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Unique transaction reference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Passenger Name: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Full name of the passenger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Age &amp; Gender: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Demographic profile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Contact Number &amp; Email: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Communication details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Passport / ID Number: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Government-issued identification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Assigned Flight Number: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Associated flight identifier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Assigned Seat Number: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Allocated seat code</a:t>
            </a:r>
          </a:p>
          <a:p>
            <a:pPr marL="742950" lvl="1" indent="-285750" algn="just">
              <a:buFont typeface="Wingdings" pitchFamily="2" charset="2"/>
              <a:buChar char="§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Booking Status: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Active, Checked-in, or Cancelled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2242" y="108299"/>
            <a:ext cx="1519234" cy="1477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07293" y="108299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6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680" y="2011767"/>
            <a:ext cx="10901680" cy="46015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6597" y="698490"/>
            <a:ext cx="8391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Module 3: Working model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8123" y="160000"/>
            <a:ext cx="1514475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3" y="283825"/>
            <a:ext cx="1514475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060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80" y="1943168"/>
            <a:ext cx="10353039" cy="4859655"/>
          </a:xfrm>
        </p:spPr>
      </p:pic>
      <p:sp>
        <p:nvSpPr>
          <p:cNvPr id="5" name="TextBox 4"/>
          <p:cNvSpPr txBox="1"/>
          <p:nvPr/>
        </p:nvSpPr>
        <p:spPr>
          <a:xfrm>
            <a:off x="1828798" y="698787"/>
            <a:ext cx="8534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363202" y="276769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2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0A12BE-3DCE-5C69-AB46-66E233D60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415675"/>
            <a:ext cx="8534404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8B9510-EA41-9CCB-4000-62CF96AD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2099220"/>
            <a:ext cx="1075871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Airline Reservation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airline booking operations by automating passenger registration, flight management, ticket booking, and cancellation.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structures, pointers, and file handling ensures efficient data organization, memory management, and permanent storage.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minimizes manual errors, improves accuracy, and provides a fast and reliable reservation process.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80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8602B0-C9CD-CAB8-50B3-34BE500FB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8" y="339793"/>
            <a:ext cx="8534404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1FC690D-F03A-1DA5-BFDA-BDC2F730E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1989841"/>
            <a:ext cx="11287759" cy="4667250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Herbert Schildt,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C: The Complete Reference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Yasha Vant Kanetkar,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BPB Publications.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Brian W. Kernighan &amp; Dennis M. Ritchie,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 Programming Language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Prentice Hall.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Roger S. Pressman,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Engineering: A Practitioner's Approach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Airline reservation system case studies and C programming documentation. Research papers on Airline Reservation Management Systems.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ISO/IEC documentation related to software development and data management.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8E5B219-8BB5-5F26-15F6-1CF96AEBB9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9564" y="339793"/>
            <a:ext cx="1519234" cy="1477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3A3D244-C471-BA46-04BA-111C8C2393A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363202" y="339793"/>
            <a:ext cx="1519234" cy="160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88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0400"/>
            <a:ext cx="10515600" cy="5516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8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IN" sz="8800" dirty="0" smtClean="0">
                <a:latin typeface="Times New Roman" pitchFamily="18" charset="0"/>
                <a:cs typeface="Times New Roman" pitchFamily="18" charset="0"/>
              </a:rPr>
              <a:t>THANK </a:t>
            </a:r>
            <a:r>
              <a:rPr lang="en-IN" sz="8800" dirty="0">
                <a:latin typeface="Times New Roman" pitchFamily="18" charset="0"/>
                <a:cs typeface="Times New Roman" pitchFamily="18" charset="0"/>
              </a:rPr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349704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</TotalTime>
  <Words>783</Words>
  <Application>Microsoft Office PowerPoint</Application>
  <PresentationFormat>Custom</PresentationFormat>
  <Paragraphs>114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SIMATS ENGINEERING  Saveetha Institute of Medical and Technical Sciences  Chennai-602105 </vt:lpstr>
      <vt:lpstr>PowerPoint Presentation</vt:lpstr>
      <vt:lpstr>PROBLEM STATEMENT</vt:lpstr>
      <vt:lpstr>ABSTRACT</vt:lpstr>
      <vt:lpstr>EXISTING METHOD</vt:lpstr>
      <vt:lpstr>                           PROPOSED SYSTEM    AUTOMATED AIRLINE RESERVATION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 Saveetha Institute of Medical and Technical Sciences  Chennai-602105</dc:title>
  <dc:creator>sivsnesh2021@gmail.com</dc:creator>
  <cp:lastModifiedBy>poorna chandu</cp:lastModifiedBy>
  <cp:revision>21</cp:revision>
  <dcterms:created xsi:type="dcterms:W3CDTF">2026-07-27T13:28:00Z</dcterms:created>
  <dcterms:modified xsi:type="dcterms:W3CDTF">2026-09-02T15:58:10Z</dcterms:modified>
</cp:coreProperties>
</file>